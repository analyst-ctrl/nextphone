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64" y="3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0"/>
            <a:ext cx="12191695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PLAN DE ACCION DEL DEPARTAMENTO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</a:defRPr>
            </a:pPr>
            <a:r>
              <a:t>Normalizacion de Reportes | Redistribucion de Trabajo | Equipo en Transicion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</a:defRPr>
            </a:pPr>
            <a:r>
              <a:t>Preparado por: [Tu Nombre] | Fecha: Agosto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2. CONTEXTO ACTUAL DEL DEPARTAMENTO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651760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</a:defRPr>
            </a:pPr>
            <a:r>
              <a:t>1 MES EN EL CARGO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22860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</a:defRPr>
            </a:pPr>
            <a:r>
              <a:rPr lang="en-US" dirty="0"/>
              <a:t>Mi </a:t>
            </a:r>
            <a:r>
              <a:rPr dirty="0"/>
              <a:t>jefe</a:t>
            </a:r>
            <a:r>
              <a:rPr lang="en-US" dirty="0"/>
              <a:t> y </a:t>
            </a:r>
            <a:r>
              <a:rPr lang="en-US"/>
              <a:t>yo</a:t>
            </a:r>
            <a:r>
              <a:t> </a:t>
            </a:r>
            <a:r>
              <a:rPr dirty="0" err="1"/>
              <a:t>acabamos</a:t>
            </a:r>
            <a:r>
              <a:rPr dirty="0"/>
              <a:t> de </a:t>
            </a:r>
            <a:r>
              <a:rPr dirty="0" err="1"/>
              <a:t>asumir</a:t>
            </a:r>
            <a:br>
              <a:rPr dirty="0"/>
            </a:b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liderazgo</a:t>
            </a:r>
            <a:r>
              <a:rPr dirty="0"/>
              <a:t> del </a:t>
            </a:r>
            <a:r>
              <a:rPr dirty="0" err="1"/>
              <a:t>departamento</a:t>
            </a:r>
            <a:r>
              <a:rPr dirty="0"/>
              <a:t>.</a:t>
            </a:r>
            <a:br>
              <a:rPr dirty="0"/>
            </a:br>
            <a:r>
              <a:rPr dirty="0"/>
              <a:t>Estamos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fase</a:t>
            </a:r>
            <a:r>
              <a:rPr dirty="0"/>
              <a:t> de </a:t>
            </a:r>
            <a:r>
              <a:rPr dirty="0" err="1"/>
              <a:t>conocimiento</a:t>
            </a:r>
            <a:br>
              <a:rPr dirty="0"/>
            </a:br>
            <a:r>
              <a:rPr dirty="0"/>
              <a:t>del </a:t>
            </a:r>
            <a:r>
              <a:rPr dirty="0" err="1"/>
              <a:t>flujo</a:t>
            </a:r>
            <a:r>
              <a:rPr dirty="0"/>
              <a:t> de </a:t>
            </a:r>
            <a:r>
              <a:rPr dirty="0" err="1"/>
              <a:t>trabajo</a:t>
            </a:r>
            <a:r>
              <a:rPr dirty="0"/>
              <a:t> actual.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82880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37560" y="1828800"/>
            <a:ext cx="2651760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2194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5B6"/>
                </a:solidFill>
              </a:defRPr>
            </a:pPr>
            <a:r>
              <a:t>EQUIPO EN TRANSICION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0175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</a:defRPr>
            </a:pPr>
            <a:r>
              <a:t>Tenemos 2 empleados part-time</a:t>
            </a:r>
            <a:br/>
            <a:r>
              <a:t>nuevos que requieren direccion,</a:t>
            </a:r>
            <a:br/>
            <a:r>
              <a:t>capacitacion y asignacion clara</a:t>
            </a:r>
            <a:br/>
            <a:r>
              <a:t>de responsabilidades.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2651760" cy="1097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D7D31"/>
                </a:solidFill>
              </a:defRPr>
            </a:pPr>
            <a:r>
              <a:t>REPORTES DESORGANIZADOS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</a:defRPr>
            </a:pPr>
            <a:r>
              <a:t>Existen reportes repetitivos,</a:t>
            </a:r>
            <a:br/>
            <a:r>
              <a:t>sin estandarizar, algunos se</a:t>
            </a:r>
            <a:br/>
            <a:r>
              <a:t>fusionan y otros ya no son</a:t>
            </a:r>
            <a:br/>
            <a:r>
              <a:t>necesarios.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82880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98280" y="1828800"/>
            <a:ext cx="2651760" cy="10972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81160" y="2194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B57"/>
                </a:solidFill>
              </a:defRPr>
            </a:pPr>
            <a:r>
              <a:t>TRABAJO NO DISTRIBUIDO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01752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</a:defRPr>
            </a:pPr>
            <a:r>
              <a:t>Las cargas de trabajo no estan</a:t>
            </a:r>
            <a:br/>
            <a:r>
              <a:t>equitativamente distribuidas.</a:t>
            </a:r>
            <a:br/>
            <a:r>
              <a:t>Algunos estan sobrecargados,</a:t>
            </a:r>
            <a:br/>
            <a:r>
              <a:t>otros subutilizados.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3. PROBLEMA: REPORTES REPETITIVOS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41148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</a:defRPr>
            </a:pPr>
            <a:r>
              <a:t>Reportes que se generan con la misma informacion pero en formatos diferentes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41148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</a:defRPr>
            </a:pPr>
            <a:r>
              <a:t>Reportes que nadie revisa o que no aportan valor al departamento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46120"/>
            <a:ext cx="41148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00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</a:defRPr>
            </a:pPr>
            <a:r>
              <a:t>Falta de estandarizacion: cada quien reporta como quiere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23359"/>
            <a:ext cx="41148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023359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9776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</a:defRPr>
            </a:pPr>
            <a:r>
              <a:t>No existe un flujo claro de entrega y seguimiento de reportes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800600"/>
            <a:ext cx="41148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8006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754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</a:defRPr>
            </a:pPr>
            <a:r>
              <a:t>Algunos reportes se hacen por costumbre pero ya no son necesarios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577840"/>
            <a:ext cx="41148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577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532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</a:defRPr>
            </a:pPr>
            <a:r>
              <a:t>No se sabe quien genera que reporte ni con que frecuencia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4. ESTRATEGIA: NORMALIZACION DE REPORTES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82880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325880" y="2103120"/>
            <a:ext cx="822960" cy="82296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PASO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t>LISTAR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</a:defRPr>
            </a:pPr>
            <a:r>
              <a:t>Identificar TODOS los reportes</a:t>
            </a:r>
            <a:br/>
            <a:r>
              <a:t>que recibe el departamento.</a:t>
            </a:r>
            <a:br/>
            <a:r>
              <a:t>Enumerar nombre, frecuencia,</a:t>
            </a:r>
            <a:br/>
            <a:r>
              <a:t>responsable y proposito.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251960" y="2103120"/>
            <a:ext cx="822960" cy="82296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PASO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108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t>CLASIFICAR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74903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</a:defRPr>
            </a:pPr>
            <a:r>
              <a:t>Separar en categorias:</a:t>
            </a:r>
            <a:br/>
            <a:r>
              <a:t>Necesarios | Repetitivos |</a:t>
            </a:r>
            <a:br/>
            <a:r>
              <a:t>Eliminables | Por fusionar.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178040" y="2103120"/>
            <a:ext cx="822960" cy="82296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PASO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t>ESTANDARIZAR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4903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</a:defRPr>
            </a:pPr>
            <a:r>
              <a:t>Definir formato unico,</a:t>
            </a:r>
            <a:br/>
            <a:r>
              <a:t>frecuencia fija y responsable</a:t>
            </a:r>
            <a:br/>
            <a:r>
              <a:t>de cada reporte que se</a:t>
            </a:r>
            <a:br/>
            <a:r>
              <a:t>mantenga.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828800"/>
            <a:ext cx="27432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104120" y="2103120"/>
            <a:ext cx="822960" cy="82296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PASO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108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t>IMPLEMENTAR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749039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55555"/>
                </a:solidFill>
              </a:defRPr>
            </a:pPr>
            <a:r>
              <a:t>Aplicar los cambios,</a:t>
            </a:r>
            <a:br/>
            <a:r>
              <a:t>capacitar al equipo y</a:t>
            </a:r>
            <a:br/>
            <a:r>
              <a:t>documentar los nuevos</a:t>
            </a:r>
            <a:br/>
            <a:r>
              <a:t>flujos de trabajo.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5. REDISTRIBUCION DEL TRABAJO - PART-TIME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5486400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</a:defRPr>
            </a:pPr>
            <a:r>
              <a:t>PART-TIME NUEVO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&gt; Capacitar en tareas administrativas del depto.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&gt; Asignar reportes basicos de seguimiento.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&gt; Apoyo en digitacion y organizacion de archivos.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&gt; Supervision cercana las primeras 2 semanas.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486400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4E79"/>
                </a:solidFill>
              </a:defRPr>
            </a:pPr>
            <a:r>
              <a:t>PART-TIME NUEVO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926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&gt; Apoyo en atencion a usuarios internos.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5661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&gt; Generacion de reportes estandarizados.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062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&gt; Tareas de seguimiento y actualizacion.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8463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</a:defRPr>
            </a:pPr>
            <a:r>
              <a:t>&gt; Mentoria con el equipo existente.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6. CRONOGRAMA DE ACCIONES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463040"/>
            <a:ext cx="1828800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904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SEMANA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463040"/>
            <a:ext cx="5486400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94560" y="14904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ACCION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463040"/>
            <a:ext cx="2560320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0" y="149047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RESPONSABLE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49840" y="1463040"/>
            <a:ext cx="1828800" cy="548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0" y="14904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ESTADO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057400"/>
            <a:ext cx="1828800" cy="62179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07568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Semana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2057400"/>
            <a:ext cx="5486400" cy="62179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94560" y="207568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Listar todos los reportes del departamento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2057400"/>
            <a:ext cx="2560320" cy="62179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0" y="207568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Lider del equipo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49840" y="2057400"/>
            <a:ext cx="1828800" cy="62179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0" y="207568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Pendiente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15768"/>
            <a:ext cx="18288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734056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Semana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0" y="2715768"/>
            <a:ext cx="5486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194560" y="2734056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Clasificar y eliminar reportes redundantes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2715768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80960" y="273405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Lider + Jefe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49840" y="2715768"/>
            <a:ext cx="18288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41280" y="2734056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Pendiente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374136"/>
            <a:ext cx="1828800" cy="62179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339242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Semana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3374136"/>
            <a:ext cx="5486400" cy="62179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94560" y="339242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Definir formatos estandarizados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3374136"/>
            <a:ext cx="2560320" cy="62179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0" y="339242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Jefe del departamento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49840" y="3374136"/>
            <a:ext cx="1828800" cy="62179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241280" y="3392424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Pendiente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032504"/>
            <a:ext cx="18288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405079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Semana 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3120" y="4032504"/>
            <a:ext cx="5486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194560" y="405079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Capacitar part-time en sus nuevas tareas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4032504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80960" y="405079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Equipo asignado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49840" y="4032504"/>
            <a:ext cx="18288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41280" y="4050792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Pendiente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690872"/>
            <a:ext cx="1828800" cy="62179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4709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Semana 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03120" y="4690872"/>
            <a:ext cx="5486400" cy="62179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194560" y="47091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Implementar nuevos flujos de reportes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9520" y="4690872"/>
            <a:ext cx="2560320" cy="62179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80960" y="47091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Todo el equipo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49840" y="4690872"/>
            <a:ext cx="1828800" cy="621792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241280" y="47091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Pendiente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349240"/>
            <a:ext cx="18288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5760" y="536752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Semana 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03120" y="5349240"/>
            <a:ext cx="5486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194560" y="5367528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Seguimiento y ajustes necesarios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89520" y="5349240"/>
            <a:ext cx="25603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680960" y="53675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Lider del equipo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49840" y="5349240"/>
            <a:ext cx="18288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241280" y="5367528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</a:defRPr>
            </a:pPr>
            <a:r>
              <a:t>Pendiente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7. CONCLUSIONES Y PROXIMOS PASOS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11247120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D7D31"/>
                </a:solidFill>
              </a:defRPr>
            </a:pPr>
            <a:r>
              <a:t>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Es necesario mapear y listar TODOS los reportes antes de hacer cambios.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D7D31"/>
                </a:solidFill>
              </a:defRPr>
            </a:pPr>
            <a:r>
              <a:t>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Los reportes repetitivos deben fusionarse o eliminarse para ganar eficiencia.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D7D31"/>
                </a:solidFill>
              </a:defRPr>
            </a:pPr>
            <a:r>
              <a:t>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Los part-time nuevos deben integrarse con tareas claras y supervision.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D7D31"/>
                </a:solidFill>
              </a:defRPr>
            </a:pPr>
            <a: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34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Llevamos solo 1 mes: ser estrategicos, no apresurar los cambios.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D7D31"/>
                </a:solidFill>
              </a:defRPr>
            </a:pPr>
            <a:r>
              <a:t>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Establecer revisiones semanales para medir el progreso del plan.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D7D31"/>
                </a:solidFill>
              </a:defRPr>
            </a:pPr>
            <a:r>
              <a:t>Primero entender, luego ajustar.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520</Words>
  <Application>Microsoft Office PowerPoint</Application>
  <PresentationFormat>Widescreen</PresentationFormat>
  <Paragraphs>90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 Ernesto Ortiz Castellanos</cp:lastModifiedBy>
  <cp:revision>2</cp:revision>
  <dcterms:created xsi:type="dcterms:W3CDTF">2013-01-27T09:14:16Z</dcterms:created>
  <dcterms:modified xsi:type="dcterms:W3CDTF">2026-08-18T16:33:07Z</dcterms:modified>
  <cp:category/>
</cp:coreProperties>
</file>